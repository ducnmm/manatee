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ucnmm/Documents/ducnmm/manatee/web/public/apple-touch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1051560" cy="1051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74520" y="1417320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1717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manatee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640080" y="27432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cross-chain send. Tweet is UX. Attestcoin settles.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640080" y="3520440"/>
            <a:ext cx="4937760" cy="502920"/>
          </a:xfrm>
          <a:prstGeom prst="roundRect">
            <a:avLst>
              <a:gd name="adj" fmla="val 21818"/>
            </a:avLst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35204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1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@ManateeWallet send 10 mtee @bob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42976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allowlisted ERC-20 on Ethereum Sepolia  →  Attestcoin verifies the event  →  mint on Creditcoin CC3.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Recipient and token come from the attested log. CTC is gas only.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56235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 manatee-production.up.railway.app     Repo  github.com/ducnmm/manatee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BUIDL CTC 2026 Fall  ·  DeFi  ·  Attestcoin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789920" y="6446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717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3566160" cy="4434840"/>
          </a:xfrm>
          <a:prstGeom prst="roundRect">
            <a:avLst>
              <a:gd name="adj" fmla="val 3077"/>
            </a:avLst>
          </a:prstGeom>
          <a:solidFill>
            <a:srgbClr val="FFFCF7"/>
          </a:solidFill>
          <a:ln w="19050">
            <a:solidFill>
              <a:srgbClr val="1717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" y="1508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C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20574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Centralized bots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278892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social bot that “sends” can pick a different recipient or ticker after you tweet. You are trusting the operator.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34840" y="1234440"/>
            <a:ext cx="3566160" cy="4434840"/>
          </a:xfrm>
          <a:prstGeom prst="roundRect">
            <a:avLst>
              <a:gd name="adj" fmla="val 3077"/>
            </a:avLst>
          </a:prstGeom>
          <a:solidFill>
            <a:srgbClr val="FFFCF7"/>
          </a:solidFill>
          <a:ln w="19050">
            <a:solidFill>
              <a:srgbClr val="1717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90872" y="1508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C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90872" y="20574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Naive bridges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90872" y="278892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testnet bridges mint from an off-chain watcher. If the watcher lies, the destination chain still mints.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0" y="1234440"/>
            <a:ext cx="3566160" cy="4434840"/>
          </a:xfrm>
          <a:prstGeom prst="roundRect">
            <a:avLst>
              <a:gd name="adj" fmla="val 3077"/>
            </a:avLst>
          </a:prstGeom>
          <a:solidFill>
            <a:srgbClr val="FFFCF7"/>
          </a:solidFill>
          <a:ln w="19050">
            <a:solidFill>
              <a:srgbClr val="17171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85632" y="1508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85632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17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85632" y="20574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want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85632" y="278892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tweet builds the lock. After Attestcoin verifies Sepolia, Creditcoin mints only to the event’s to and token.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BUIDL CTC 2026 Fall  ·  DeFi  ·  Attestcoin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789920" y="6446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717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10972800" cy="1005840"/>
          </a:xfrm>
          <a:prstGeom prst="roundRect">
            <a:avLst>
              <a:gd name="adj" fmla="val 9091"/>
            </a:avLst>
          </a:prstGeom>
          <a:solidFill>
            <a:srgbClr val="FFFCF7"/>
          </a:solidFill>
          <a:ln w="19050">
            <a:solidFill>
              <a:srgbClr val="1717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353312"/>
            <a:ext cx="502920" cy="50292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C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00200" y="122529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Tweet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159105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@ManateeWallet send 1 mtee @AJEnglish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10972800" cy="1005840"/>
          </a:xfrm>
          <a:prstGeom prst="roundRect">
            <a:avLst>
              <a:gd name="adj" fmla="val 9091"/>
            </a:avLst>
          </a:prstGeom>
          <a:solidFill>
            <a:srgbClr val="FFFCF7"/>
          </a:solidFill>
          <a:ln w="19050">
            <a:solidFill>
              <a:srgbClr val="1717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96312"/>
            <a:ext cx="502920" cy="50292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496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C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00200" y="236829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Lock Sepolia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273405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ManateeLock.emit TokensSentForBridging(from, to, token, amount)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383280"/>
            <a:ext cx="10972800" cy="1005840"/>
          </a:xfrm>
          <a:prstGeom prst="roundRect">
            <a:avLst>
              <a:gd name="adj" fmla="val 9091"/>
            </a:avLst>
          </a:prstGeom>
          <a:solidFill>
            <a:srgbClr val="FFFCF7"/>
          </a:solidFill>
          <a:ln w="19050">
            <a:solidFill>
              <a:srgbClr val="17171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3639312"/>
            <a:ext cx="502920" cy="50292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639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C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00200" y="351129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Attest ~8–10 min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387705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usc-sdk waits for height, then Merkle + continuity proofs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526280"/>
            <a:ext cx="10972800" cy="1005840"/>
          </a:xfrm>
          <a:prstGeom prst="roundRect">
            <a:avLst>
              <a:gd name="adj" fmla="val 9091"/>
            </a:avLst>
          </a:prstGeom>
          <a:solidFill>
            <a:srgbClr val="FFFCF7"/>
          </a:solidFill>
          <a:ln w="19050">
            <a:solidFill>
              <a:srgbClr val="17171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4782312"/>
            <a:ext cx="502920" cy="50292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782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C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00200" y="465429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Mint CC3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00200" y="502005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ManateeMint: receiptStatus, lock address, replay, mint event.to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BUIDL CTC 2026 Fall  ·  DeFi  ·  Attestcoin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789920" y="6446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717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Trust model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10972800" cy="5029200"/>
        </p:xfrm>
        <a:graphic>
          <a:graphicData uri="http://schemas.openxmlformats.org/drawingml/2006/table">
            <a:tbl>
              <a:tblPr/>
              <a:tblGrid>
                <a:gridCol w="3291840"/>
                <a:gridCol w="7680960"/>
              </a:tblGrid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CF7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Signal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101600" marR="101600" marT="101600" marB="101600" anchor="ctr">
                    <a:lnL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C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Trusted for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Tweet / web (@bob, ticker mtee)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UX only. Builds the Sepolia lock the operator submits.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 to, token, amount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Attested Sepolia TokensSentForBridging. Mint follows that.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Worker after lock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Submits proofs. Cannot pick recipient or asset at mint time.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Replay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processedQueries on the ASC.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Tx success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receiptStatus == 1 in ManateeMint (precompile does not).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Creditcoin gas. Not a sendable coin.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ctr">
                    <a:lnL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717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4465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BUIDL CTC 2026 Fall  ·  DeFi  ·  Attestcoin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789920" y="6446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717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on testnet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these. Search @ajenglish on the app for the dashboard.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0972800" cy="777240"/>
          </a:xfrm>
          <a:prstGeom prst="roundRect">
            <a:avLst>
              <a:gd name="adj" fmla="val 11765"/>
            </a:avLst>
          </a:prstGeom>
          <a:solidFill>
            <a:srgbClr val="FFFCF7"/>
          </a:solidFill>
          <a:ln w="19050">
            <a:solidFill>
              <a:srgbClr val="1717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9903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17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Tweet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108960" y="1399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x.com/MauDucKG/status/2097873004579754267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10972800" cy="777240"/>
          </a:xfrm>
          <a:prstGeom prst="roundRect">
            <a:avLst>
              <a:gd name="adj" fmla="val 11765"/>
            </a:avLst>
          </a:prstGeom>
          <a:solidFill>
            <a:srgbClr val="FFFCF7"/>
          </a:solidFill>
          <a:ln w="19050">
            <a:solidFill>
              <a:srgbClr val="1717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26771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17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Sepolia lock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08960" y="226771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sepolia.etherscan.io/tx/0xf74e4375…  TokensSentForBridging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63240"/>
            <a:ext cx="10972800" cy="777240"/>
          </a:xfrm>
          <a:prstGeom prst="roundRect">
            <a:avLst>
              <a:gd name="adj" fmla="val 11765"/>
            </a:avLst>
          </a:prstGeom>
          <a:solidFill>
            <a:srgbClr val="FFFCF7"/>
          </a:solidFill>
          <a:ln w="19050">
            <a:solidFill>
              <a:srgbClr val="1717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1363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17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Creditcoin mint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08960" y="31363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creditcoin-testnet.blockscout.com/tx/0xb6b3e7a5…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10972800" cy="777240"/>
          </a:xfrm>
          <a:prstGeom prst="roundRect">
            <a:avLst>
              <a:gd name="adj" fmla="val 11765"/>
            </a:avLst>
          </a:prstGeom>
          <a:solidFill>
            <a:srgbClr val="FFFCF7"/>
          </a:solidFill>
          <a:ln w="19050">
            <a:solidFill>
              <a:srgbClr val="1717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00507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17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Recipient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08960" y="40050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@AJEnglish  →  0x01a256e8…7DA6  ·  2 mtee on CC3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800600"/>
            <a:ext cx="10972800" cy="777240"/>
          </a:xfrm>
          <a:prstGeom prst="roundRect">
            <a:avLst>
              <a:gd name="adj" fmla="val 11765"/>
            </a:avLst>
          </a:prstGeom>
          <a:solidFill>
            <a:srgbClr val="FFFCF7"/>
          </a:solidFill>
          <a:ln w="19050">
            <a:solidFill>
              <a:srgbClr val="1717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87375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17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08960" y="48737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manatee-production.up.railway.app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BUIDL CTC 2026 Fall  ·  DeFi  ·  Attestcoin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789920" y="6446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ucnmm/Documents/ducnmm/manatee/web/public/apple-touch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960120" cy="960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28800" y="155448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5C4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manatee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40080" y="28346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social command never chooses recipient or asset.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Attestcoin does.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40080" y="42062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C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    manatee-production.up.railway.app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5C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    github.com/ducnmm/manatee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5C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     x.com/ManateeWallet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manatee — social cross-chain send</dc:title>
  <dc:subject>BUIDL CTC 2026 Fall · DeFi · Attestcoin</dc:subject>
  <dc:creator>ducnmm</dc:creator>
  <cp:lastModifiedBy>ducnmm</cp:lastModifiedBy>
  <cp:revision>1</cp:revision>
  <dcterms:created xsi:type="dcterms:W3CDTF">2026-09-11T01:27:55Z</dcterms:created>
  <dcterms:modified xsi:type="dcterms:W3CDTF">2026-09-11T01:27:55Z</dcterms:modified>
</cp:coreProperties>
</file>